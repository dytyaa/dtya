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3786" y="634299"/>
            <a:ext cx="16100428" cy="9056501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556" t="-41912" r="-42219" b="-4186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DAHXCvSrFPI</dc:identifier>
  <dcterms:modified xsi:type="dcterms:W3CDTF">2011-08-01T06:04:30Z</dcterms:modified>
  <cp:revision>1</cp:revision>
  <dc:title>DOC-20261004-WA0012.pptx</dc:title>
</cp:coreProperties>
</file>